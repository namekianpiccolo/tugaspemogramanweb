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ga Pebrianto" userId="b815a90d05f5562b" providerId="LiveId" clId="{EF7BFAC8-D165-4C0A-83B3-E7C1A047B668}"/>
    <pc:docChg chg="undo custSel addSld delSld modSld">
      <pc:chgData name="Rangga Pebrianto" userId="b815a90d05f5562b" providerId="LiveId" clId="{EF7BFAC8-D165-4C0A-83B3-E7C1A047B668}" dt="2026-06-17T16:02:56.253" v="449" actId="1035"/>
      <pc:docMkLst>
        <pc:docMk/>
      </pc:docMkLst>
      <pc:sldChg chg="addSp modSp mod">
        <pc:chgData name="Rangga Pebrianto" userId="b815a90d05f5562b" providerId="LiveId" clId="{EF7BFAC8-D165-4C0A-83B3-E7C1A047B668}" dt="2026-06-17T16:01:37.307" v="383" actId="1076"/>
        <pc:sldMkLst>
          <pc:docMk/>
          <pc:sldMk cId="113669097" sldId="256"/>
        </pc:sldMkLst>
        <pc:spChg chg="add mod">
          <ac:chgData name="Rangga Pebrianto" userId="b815a90d05f5562b" providerId="LiveId" clId="{EF7BFAC8-D165-4C0A-83B3-E7C1A047B668}" dt="2026-06-17T15:57:36.589" v="374" actId="1076"/>
          <ac:spMkLst>
            <pc:docMk/>
            <pc:sldMk cId="113669097" sldId="256"/>
            <ac:spMk id="5" creationId="{8D74F474-4613-B7B1-238B-F42EBFCF6446}"/>
          </ac:spMkLst>
        </pc:spChg>
        <pc:spChg chg="add mod">
          <ac:chgData name="Rangga Pebrianto" userId="b815a90d05f5562b" providerId="LiveId" clId="{EF7BFAC8-D165-4C0A-83B3-E7C1A047B668}" dt="2026-06-17T15:57:40.468" v="376" actId="1076"/>
          <ac:spMkLst>
            <pc:docMk/>
            <pc:sldMk cId="113669097" sldId="256"/>
            <ac:spMk id="7" creationId="{38FFB993-1613-D36B-F0C8-5604BDC88251}"/>
          </ac:spMkLst>
        </pc:spChg>
        <pc:spChg chg="mod">
          <ac:chgData name="Rangga Pebrianto" userId="b815a90d05f5562b" providerId="LiveId" clId="{EF7BFAC8-D165-4C0A-83B3-E7C1A047B668}" dt="2026-06-17T16:01:37.307" v="383" actId="1076"/>
          <ac:spMkLst>
            <pc:docMk/>
            <pc:sldMk cId="113669097" sldId="256"/>
            <ac:spMk id="8" creationId="{BD9744D9-A846-BC2B-41E1-EBA2D9F192C0}"/>
          </ac:spMkLst>
        </pc:spChg>
      </pc:sldChg>
      <pc:sldChg chg="addSp delSp modSp mod">
        <pc:chgData name="Rangga Pebrianto" userId="b815a90d05f5562b" providerId="LiveId" clId="{EF7BFAC8-D165-4C0A-83B3-E7C1A047B668}" dt="2026-06-17T16:01:46.935" v="388" actId="1038"/>
        <pc:sldMkLst>
          <pc:docMk/>
          <pc:sldMk cId="1897917881" sldId="257"/>
        </pc:sldMkLst>
        <pc:spChg chg="add del">
          <ac:chgData name="Rangga Pebrianto" userId="b815a90d05f5562b" providerId="LiveId" clId="{EF7BFAC8-D165-4C0A-83B3-E7C1A047B668}" dt="2026-06-17T15:35:16.235" v="1" actId="22"/>
          <ac:spMkLst>
            <pc:docMk/>
            <pc:sldMk cId="1897917881" sldId="257"/>
            <ac:spMk id="5" creationId="{22F0F8EE-1859-20D4-9C42-0E27F92DD11E}"/>
          </ac:spMkLst>
        </pc:spChg>
        <pc:spChg chg="add mod">
          <ac:chgData name="Rangga Pebrianto" userId="b815a90d05f5562b" providerId="LiveId" clId="{EF7BFAC8-D165-4C0A-83B3-E7C1A047B668}" dt="2026-06-17T15:41:18.565" v="145" actId="20577"/>
          <ac:spMkLst>
            <pc:docMk/>
            <pc:sldMk cId="1897917881" sldId="257"/>
            <ac:spMk id="7" creationId="{A0F51B7A-BF75-ED92-4F4C-C872ADDD7EDB}"/>
          </ac:spMkLst>
        </pc:spChg>
        <pc:spChg chg="add mod">
          <ac:chgData name="Rangga Pebrianto" userId="b815a90d05f5562b" providerId="LiveId" clId="{EF7BFAC8-D165-4C0A-83B3-E7C1A047B668}" dt="2026-06-17T15:41:31.087" v="148" actId="255"/>
          <ac:spMkLst>
            <pc:docMk/>
            <pc:sldMk cId="1897917881" sldId="257"/>
            <ac:spMk id="9" creationId="{5A149A2A-01AF-1BBF-C655-D75D329DA0E1}"/>
          </ac:spMkLst>
        </pc:spChg>
        <pc:spChg chg="mod">
          <ac:chgData name="Rangga Pebrianto" userId="b815a90d05f5562b" providerId="LiveId" clId="{EF7BFAC8-D165-4C0A-83B3-E7C1A047B668}" dt="2026-06-17T16:01:46.935" v="388" actId="1038"/>
          <ac:spMkLst>
            <pc:docMk/>
            <pc:sldMk cId="1897917881" sldId="257"/>
            <ac:spMk id="10" creationId="{A7E771C8-0C1B-E438-5A5C-C2E8CC62C90E}"/>
          </ac:spMkLst>
        </pc:spChg>
      </pc:sldChg>
      <pc:sldChg chg="addSp delSp modSp mod">
        <pc:chgData name="Rangga Pebrianto" userId="b815a90d05f5562b" providerId="LiveId" clId="{EF7BFAC8-D165-4C0A-83B3-E7C1A047B668}" dt="2026-06-17T16:01:55.600" v="398" actId="1037"/>
        <pc:sldMkLst>
          <pc:docMk/>
          <pc:sldMk cId="811285410" sldId="259"/>
        </pc:sldMkLst>
        <pc:spChg chg="add mod">
          <ac:chgData name="Rangga Pebrianto" userId="b815a90d05f5562b" providerId="LiveId" clId="{EF7BFAC8-D165-4C0A-83B3-E7C1A047B668}" dt="2026-06-17T15:41:50.473" v="150" actId="255"/>
          <ac:spMkLst>
            <pc:docMk/>
            <pc:sldMk cId="811285410" sldId="259"/>
            <ac:spMk id="3" creationId="{92AC3218-C99C-C12F-B668-D1A213759447}"/>
          </ac:spMkLst>
        </pc:spChg>
        <pc:spChg chg="add mod">
          <ac:chgData name="Rangga Pebrianto" userId="b815a90d05f5562b" providerId="LiveId" clId="{EF7BFAC8-D165-4C0A-83B3-E7C1A047B668}" dt="2026-06-17T15:44:53.968" v="261" actId="20577"/>
          <ac:spMkLst>
            <pc:docMk/>
            <pc:sldMk cId="811285410" sldId="259"/>
            <ac:spMk id="6" creationId="{7BF21DE4-D15C-3A56-2183-BE31D2B3392B}"/>
          </ac:spMkLst>
        </pc:spChg>
        <pc:spChg chg="add del">
          <ac:chgData name="Rangga Pebrianto" userId="b815a90d05f5562b" providerId="LiveId" clId="{EF7BFAC8-D165-4C0A-83B3-E7C1A047B668}" dt="2026-06-17T15:44:06.688" v="230" actId="22"/>
          <ac:spMkLst>
            <pc:docMk/>
            <pc:sldMk cId="811285410" sldId="259"/>
            <ac:spMk id="8" creationId="{714078D3-2FB7-AB8E-7104-DA04F2BFF0B3}"/>
          </ac:spMkLst>
        </pc:spChg>
        <pc:spChg chg="mod">
          <ac:chgData name="Rangga Pebrianto" userId="b815a90d05f5562b" providerId="LiveId" clId="{EF7BFAC8-D165-4C0A-83B3-E7C1A047B668}" dt="2026-06-17T16:01:55.600" v="398" actId="1037"/>
          <ac:spMkLst>
            <pc:docMk/>
            <pc:sldMk cId="811285410" sldId="259"/>
            <ac:spMk id="9" creationId="{E89CAB91-2616-3883-2700-6D25FE9DB9DA}"/>
          </ac:spMkLst>
        </pc:spChg>
        <pc:graphicFrameChg chg="add mod modGraphic">
          <ac:chgData name="Rangga Pebrianto" userId="b815a90d05f5562b" providerId="LiveId" clId="{EF7BFAC8-D165-4C0A-83B3-E7C1A047B668}" dt="2026-06-17T15:44:59.273" v="262" actId="255"/>
          <ac:graphicFrameMkLst>
            <pc:docMk/>
            <pc:sldMk cId="811285410" sldId="259"/>
            <ac:graphicFrameMk id="4" creationId="{409CAC7E-23F8-63F4-5641-9B1D2EA7648C}"/>
          </ac:graphicFrameMkLst>
        </pc:graphicFrameChg>
      </pc:sldChg>
      <pc:sldChg chg="addSp modSp mod">
        <pc:chgData name="Rangga Pebrianto" userId="b815a90d05f5562b" providerId="LiveId" clId="{EF7BFAC8-D165-4C0A-83B3-E7C1A047B668}" dt="2026-06-17T16:02:05.178" v="407" actId="1036"/>
        <pc:sldMkLst>
          <pc:docMk/>
          <pc:sldMk cId="1743343923" sldId="260"/>
        </pc:sldMkLst>
        <pc:spChg chg="add mod">
          <ac:chgData name="Rangga Pebrianto" userId="b815a90d05f5562b" providerId="LiveId" clId="{EF7BFAC8-D165-4C0A-83B3-E7C1A047B668}" dt="2026-06-17T15:45:57.255" v="268" actId="113"/>
          <ac:spMkLst>
            <pc:docMk/>
            <pc:sldMk cId="1743343923" sldId="260"/>
            <ac:spMk id="3" creationId="{6E2E86BB-1886-92CF-C545-26CD8EA9ACD4}"/>
          </ac:spMkLst>
        </pc:spChg>
        <pc:spChg chg="add mod">
          <ac:chgData name="Rangga Pebrianto" userId="b815a90d05f5562b" providerId="LiveId" clId="{EF7BFAC8-D165-4C0A-83B3-E7C1A047B668}" dt="2026-06-17T15:58:36.885" v="378" actId="1076"/>
          <ac:spMkLst>
            <pc:docMk/>
            <pc:sldMk cId="1743343923" sldId="260"/>
            <ac:spMk id="5" creationId="{09145F60-F961-E614-1652-C5189DED2628}"/>
          </ac:spMkLst>
        </pc:spChg>
        <pc:spChg chg="add mod">
          <ac:chgData name="Rangga Pebrianto" userId="b815a90d05f5562b" providerId="LiveId" clId="{EF7BFAC8-D165-4C0A-83B3-E7C1A047B668}" dt="2026-06-17T15:59:00.730" v="382" actId="1076"/>
          <ac:spMkLst>
            <pc:docMk/>
            <pc:sldMk cId="1743343923" sldId="260"/>
            <ac:spMk id="7" creationId="{D73C2F72-0EC0-2EB8-099E-D2C425C3977F}"/>
          </ac:spMkLst>
        </pc:spChg>
        <pc:spChg chg="mod">
          <ac:chgData name="Rangga Pebrianto" userId="b815a90d05f5562b" providerId="LiveId" clId="{EF7BFAC8-D165-4C0A-83B3-E7C1A047B668}" dt="2026-06-17T16:02:05.178" v="407" actId="1036"/>
          <ac:spMkLst>
            <pc:docMk/>
            <pc:sldMk cId="1743343923" sldId="260"/>
            <ac:spMk id="8" creationId="{AC562E20-7069-AF82-F191-B8652DD2D0D7}"/>
          </ac:spMkLst>
        </pc:spChg>
      </pc:sldChg>
      <pc:sldChg chg="addSp modSp mod">
        <pc:chgData name="Rangga Pebrianto" userId="b815a90d05f5562b" providerId="LiveId" clId="{EF7BFAC8-D165-4C0A-83B3-E7C1A047B668}" dt="2026-06-17T16:02:10.906" v="411" actId="1037"/>
        <pc:sldMkLst>
          <pc:docMk/>
          <pc:sldMk cId="3576543227" sldId="261"/>
        </pc:sldMkLst>
        <pc:spChg chg="add mod">
          <ac:chgData name="Rangga Pebrianto" userId="b815a90d05f5562b" providerId="LiveId" clId="{EF7BFAC8-D165-4C0A-83B3-E7C1A047B668}" dt="2026-06-17T15:47:24.415" v="273" actId="1076"/>
          <ac:spMkLst>
            <pc:docMk/>
            <pc:sldMk cId="3576543227" sldId="261"/>
            <ac:spMk id="3" creationId="{86295C27-FFE3-782F-BF79-A12FDA4E02B2}"/>
          </ac:spMkLst>
        </pc:spChg>
        <pc:spChg chg="add mod">
          <ac:chgData name="Rangga Pebrianto" userId="b815a90d05f5562b" providerId="LiveId" clId="{EF7BFAC8-D165-4C0A-83B3-E7C1A047B668}" dt="2026-06-17T15:48:01.673" v="282" actId="1076"/>
          <ac:spMkLst>
            <pc:docMk/>
            <pc:sldMk cId="3576543227" sldId="261"/>
            <ac:spMk id="5" creationId="{E1C6BD68-B488-F300-4055-F93D69D1F6F4}"/>
          </ac:spMkLst>
        </pc:spChg>
        <pc:spChg chg="mod">
          <ac:chgData name="Rangga Pebrianto" userId="b815a90d05f5562b" providerId="LiveId" clId="{EF7BFAC8-D165-4C0A-83B3-E7C1A047B668}" dt="2026-06-17T16:02:10.906" v="411" actId="1037"/>
          <ac:spMkLst>
            <pc:docMk/>
            <pc:sldMk cId="3576543227" sldId="261"/>
            <ac:spMk id="6" creationId="{3382EBAF-97E8-8B0E-8AB8-A254F4D1FFE4}"/>
          </ac:spMkLst>
        </pc:spChg>
      </pc:sldChg>
      <pc:sldChg chg="addSp modSp mod">
        <pc:chgData name="Rangga Pebrianto" userId="b815a90d05f5562b" providerId="LiveId" clId="{EF7BFAC8-D165-4C0A-83B3-E7C1A047B668}" dt="2026-06-17T16:02:18.130" v="417" actId="1037"/>
        <pc:sldMkLst>
          <pc:docMk/>
          <pc:sldMk cId="66129769" sldId="262"/>
        </pc:sldMkLst>
        <pc:spChg chg="add mod">
          <ac:chgData name="Rangga Pebrianto" userId="b815a90d05f5562b" providerId="LiveId" clId="{EF7BFAC8-D165-4C0A-83B3-E7C1A047B668}" dt="2026-06-17T15:48:30.591" v="284" actId="1076"/>
          <ac:spMkLst>
            <pc:docMk/>
            <pc:sldMk cId="66129769" sldId="262"/>
            <ac:spMk id="3" creationId="{99FA7BE3-0174-2162-C7BD-A27FAFF4B471}"/>
          </ac:spMkLst>
        </pc:spChg>
        <pc:spChg chg="mod">
          <ac:chgData name="Rangga Pebrianto" userId="b815a90d05f5562b" providerId="LiveId" clId="{EF7BFAC8-D165-4C0A-83B3-E7C1A047B668}" dt="2026-06-17T16:02:18.130" v="417" actId="1037"/>
          <ac:spMkLst>
            <pc:docMk/>
            <pc:sldMk cId="66129769" sldId="262"/>
            <ac:spMk id="4" creationId="{38EC045C-032E-D9BC-43D3-A07C536C03F2}"/>
          </ac:spMkLst>
        </pc:spChg>
      </pc:sldChg>
      <pc:sldChg chg="addSp modSp mod">
        <pc:chgData name="Rangga Pebrianto" userId="b815a90d05f5562b" providerId="LiveId" clId="{EF7BFAC8-D165-4C0A-83B3-E7C1A047B668}" dt="2026-06-17T16:02:26.611" v="422" actId="1035"/>
        <pc:sldMkLst>
          <pc:docMk/>
          <pc:sldMk cId="3826633870" sldId="263"/>
        </pc:sldMkLst>
        <pc:spChg chg="add mod">
          <ac:chgData name="Rangga Pebrianto" userId="b815a90d05f5562b" providerId="LiveId" clId="{EF7BFAC8-D165-4C0A-83B3-E7C1A047B668}" dt="2026-06-17T15:49:30.933" v="290" actId="1076"/>
          <ac:spMkLst>
            <pc:docMk/>
            <pc:sldMk cId="3826633870" sldId="263"/>
            <ac:spMk id="3" creationId="{950823A9-6CDE-EA19-7A57-53B3D305F645}"/>
          </ac:spMkLst>
        </pc:spChg>
        <pc:spChg chg="add">
          <ac:chgData name="Rangga Pebrianto" userId="b815a90d05f5562b" providerId="LiveId" clId="{EF7BFAC8-D165-4C0A-83B3-E7C1A047B668}" dt="2026-06-17T15:49:32.071" v="291" actId="22"/>
          <ac:spMkLst>
            <pc:docMk/>
            <pc:sldMk cId="3826633870" sldId="263"/>
            <ac:spMk id="5" creationId="{62EFDB1D-E8AC-FA5B-4D20-82F07875939D}"/>
          </ac:spMkLst>
        </pc:spChg>
        <pc:spChg chg="mod">
          <ac:chgData name="Rangga Pebrianto" userId="b815a90d05f5562b" providerId="LiveId" clId="{EF7BFAC8-D165-4C0A-83B3-E7C1A047B668}" dt="2026-06-17T16:02:26.611" v="422" actId="1035"/>
          <ac:spMkLst>
            <pc:docMk/>
            <pc:sldMk cId="3826633870" sldId="263"/>
            <ac:spMk id="6" creationId="{8CB5D6F3-20C8-5BE5-5145-0D7134ED86E1}"/>
          </ac:spMkLst>
        </pc:spChg>
      </pc:sldChg>
      <pc:sldChg chg="addSp modSp mod">
        <pc:chgData name="Rangga Pebrianto" userId="b815a90d05f5562b" providerId="LiveId" clId="{EF7BFAC8-D165-4C0A-83B3-E7C1A047B668}" dt="2026-06-17T16:02:33.018" v="427" actId="1038"/>
        <pc:sldMkLst>
          <pc:docMk/>
          <pc:sldMk cId="2604708020" sldId="264"/>
        </pc:sldMkLst>
        <pc:spChg chg="add mod">
          <ac:chgData name="Rangga Pebrianto" userId="b815a90d05f5562b" providerId="LiveId" clId="{EF7BFAC8-D165-4C0A-83B3-E7C1A047B668}" dt="2026-06-17T15:50:33.835" v="297" actId="1076"/>
          <ac:spMkLst>
            <pc:docMk/>
            <pc:sldMk cId="2604708020" sldId="264"/>
            <ac:spMk id="3" creationId="{62106E78-2C27-57E7-DCD1-228DE9FF68E1}"/>
          </ac:spMkLst>
        </pc:spChg>
        <pc:spChg chg="add">
          <ac:chgData name="Rangga Pebrianto" userId="b815a90d05f5562b" providerId="LiveId" clId="{EF7BFAC8-D165-4C0A-83B3-E7C1A047B668}" dt="2026-06-17T15:50:34.965" v="298" actId="22"/>
          <ac:spMkLst>
            <pc:docMk/>
            <pc:sldMk cId="2604708020" sldId="264"/>
            <ac:spMk id="5" creationId="{E3C16D17-FDC1-3860-1196-D5B115C348D5}"/>
          </ac:spMkLst>
        </pc:spChg>
        <pc:spChg chg="mod">
          <ac:chgData name="Rangga Pebrianto" userId="b815a90d05f5562b" providerId="LiveId" clId="{EF7BFAC8-D165-4C0A-83B3-E7C1A047B668}" dt="2026-06-17T16:02:33.018" v="427" actId="1038"/>
          <ac:spMkLst>
            <pc:docMk/>
            <pc:sldMk cId="2604708020" sldId="264"/>
            <ac:spMk id="6" creationId="{35A4F564-EF42-5E17-7D81-838CA6437A84}"/>
          </ac:spMkLst>
        </pc:spChg>
      </pc:sldChg>
      <pc:sldChg chg="addSp modSp mod">
        <pc:chgData name="Rangga Pebrianto" userId="b815a90d05f5562b" providerId="LiveId" clId="{EF7BFAC8-D165-4C0A-83B3-E7C1A047B668}" dt="2026-06-17T16:02:40.909" v="434" actId="1037"/>
        <pc:sldMkLst>
          <pc:docMk/>
          <pc:sldMk cId="1555917801" sldId="265"/>
        </pc:sldMkLst>
        <pc:spChg chg="add mod">
          <ac:chgData name="Rangga Pebrianto" userId="b815a90d05f5562b" providerId="LiveId" clId="{EF7BFAC8-D165-4C0A-83B3-E7C1A047B668}" dt="2026-06-17T15:51:14.714" v="303" actId="1076"/>
          <ac:spMkLst>
            <pc:docMk/>
            <pc:sldMk cId="1555917801" sldId="265"/>
            <ac:spMk id="3" creationId="{98F894E8-6FA9-80D1-7730-8F5BC066EF1F}"/>
          </ac:spMkLst>
        </pc:spChg>
        <pc:spChg chg="add mod">
          <ac:chgData name="Rangga Pebrianto" userId="b815a90d05f5562b" providerId="LiveId" clId="{EF7BFAC8-D165-4C0A-83B3-E7C1A047B668}" dt="2026-06-17T15:51:23.840" v="330" actId="20577"/>
          <ac:spMkLst>
            <pc:docMk/>
            <pc:sldMk cId="1555917801" sldId="265"/>
            <ac:spMk id="5" creationId="{9DDC290D-CA35-050A-2763-95876FB54FFB}"/>
          </ac:spMkLst>
        </pc:spChg>
        <pc:spChg chg="mod">
          <ac:chgData name="Rangga Pebrianto" userId="b815a90d05f5562b" providerId="LiveId" clId="{EF7BFAC8-D165-4C0A-83B3-E7C1A047B668}" dt="2026-06-17T16:02:40.909" v="434" actId="1037"/>
          <ac:spMkLst>
            <pc:docMk/>
            <pc:sldMk cId="1555917801" sldId="265"/>
            <ac:spMk id="6" creationId="{441B3A6E-3A29-8457-DC06-670E689DB741}"/>
          </ac:spMkLst>
        </pc:spChg>
      </pc:sldChg>
      <pc:sldChg chg="addSp modSp mod">
        <pc:chgData name="Rangga Pebrianto" userId="b815a90d05f5562b" providerId="LiveId" clId="{EF7BFAC8-D165-4C0A-83B3-E7C1A047B668}" dt="2026-06-17T16:02:50.605" v="445" actId="1038"/>
        <pc:sldMkLst>
          <pc:docMk/>
          <pc:sldMk cId="2210984752" sldId="266"/>
        </pc:sldMkLst>
        <pc:spChg chg="add mod">
          <ac:chgData name="Rangga Pebrianto" userId="b815a90d05f5562b" providerId="LiveId" clId="{EF7BFAC8-D165-4C0A-83B3-E7C1A047B668}" dt="2026-06-17T15:54:41.709" v="333" actId="1076"/>
          <ac:spMkLst>
            <pc:docMk/>
            <pc:sldMk cId="2210984752" sldId="266"/>
            <ac:spMk id="3" creationId="{05BDCA05-EA31-C126-6285-587569D9AAAE}"/>
          </ac:spMkLst>
        </pc:spChg>
        <pc:spChg chg="add mod">
          <ac:chgData name="Rangga Pebrianto" userId="b815a90d05f5562b" providerId="LiveId" clId="{EF7BFAC8-D165-4C0A-83B3-E7C1A047B668}" dt="2026-06-17T15:55:59.174" v="347" actId="21"/>
          <ac:spMkLst>
            <pc:docMk/>
            <pc:sldMk cId="2210984752" sldId="266"/>
            <ac:spMk id="6" creationId="{5C7DC14A-D059-8ACE-34D8-60B55AA76694}"/>
          </ac:spMkLst>
        </pc:spChg>
        <pc:spChg chg="add mod">
          <ac:chgData name="Rangga Pebrianto" userId="b815a90d05f5562b" providerId="LiveId" clId="{EF7BFAC8-D165-4C0A-83B3-E7C1A047B668}" dt="2026-06-17T15:56:18.757" v="352" actId="1076"/>
          <ac:spMkLst>
            <pc:docMk/>
            <pc:sldMk cId="2210984752" sldId="266"/>
            <ac:spMk id="8" creationId="{EEDD0F6C-1796-F591-CBD1-AD01E76B3DC2}"/>
          </ac:spMkLst>
        </pc:spChg>
        <pc:spChg chg="mod">
          <ac:chgData name="Rangga Pebrianto" userId="b815a90d05f5562b" providerId="LiveId" clId="{EF7BFAC8-D165-4C0A-83B3-E7C1A047B668}" dt="2026-06-17T16:02:50.605" v="445" actId="1038"/>
          <ac:spMkLst>
            <pc:docMk/>
            <pc:sldMk cId="2210984752" sldId="266"/>
            <ac:spMk id="9" creationId="{CDB9C313-CC32-F4FB-154D-7C266519CEB2}"/>
          </ac:spMkLst>
        </pc:spChg>
        <pc:graphicFrameChg chg="add mod modGraphic">
          <ac:chgData name="Rangga Pebrianto" userId="b815a90d05f5562b" providerId="LiveId" clId="{EF7BFAC8-D165-4C0A-83B3-E7C1A047B668}" dt="2026-06-17T15:56:02.571" v="348" actId="1076"/>
          <ac:graphicFrameMkLst>
            <pc:docMk/>
            <pc:sldMk cId="2210984752" sldId="266"/>
            <ac:graphicFrameMk id="4" creationId="{44E0EDFB-5FF5-1BD7-40B0-FC87E1C8D21B}"/>
          </ac:graphicFrameMkLst>
        </pc:graphicFrameChg>
      </pc:sldChg>
      <pc:sldChg chg="new del">
        <pc:chgData name="Rangga Pebrianto" userId="b815a90d05f5562b" providerId="LiveId" clId="{EF7BFAC8-D165-4C0A-83B3-E7C1A047B668}" dt="2026-06-17T15:56:37.427" v="354" actId="47"/>
        <pc:sldMkLst>
          <pc:docMk/>
          <pc:sldMk cId="488507255" sldId="267"/>
        </pc:sldMkLst>
      </pc:sldChg>
      <pc:sldChg chg="delSp modSp add mod">
        <pc:chgData name="Rangga Pebrianto" userId="b815a90d05f5562b" providerId="LiveId" clId="{EF7BFAC8-D165-4C0A-83B3-E7C1A047B668}" dt="2026-06-17T16:02:56.253" v="449" actId="1035"/>
        <pc:sldMkLst>
          <pc:docMk/>
          <pc:sldMk cId="1319450831" sldId="267"/>
        </pc:sldMkLst>
        <pc:spChg chg="mod">
          <ac:chgData name="Rangga Pebrianto" userId="b815a90d05f5562b" providerId="LiveId" clId="{EF7BFAC8-D165-4C0A-83B3-E7C1A047B668}" dt="2026-06-17T16:02:56.253" v="449" actId="1035"/>
          <ac:spMkLst>
            <pc:docMk/>
            <pc:sldMk cId="1319450831" sldId="267"/>
            <ac:spMk id="2" creationId="{C3EA31EA-443F-AE8A-154F-81DE1BD3E4C5}"/>
          </ac:spMkLst>
        </pc:spChg>
        <pc:spChg chg="mod">
          <ac:chgData name="Rangga Pebrianto" userId="b815a90d05f5562b" providerId="LiveId" clId="{EF7BFAC8-D165-4C0A-83B3-E7C1A047B668}" dt="2026-06-17T15:57:03.085" v="372" actId="14100"/>
          <ac:spMkLst>
            <pc:docMk/>
            <pc:sldMk cId="1319450831" sldId="267"/>
            <ac:spMk id="3" creationId="{8554A7D2-7B62-6D1E-87F1-93991A9EF8F9}"/>
          </ac:spMkLst>
        </pc:spChg>
        <pc:spChg chg="del">
          <ac:chgData name="Rangga Pebrianto" userId="b815a90d05f5562b" providerId="LiveId" clId="{EF7BFAC8-D165-4C0A-83B3-E7C1A047B668}" dt="2026-06-17T15:56:50.337" v="356" actId="478"/>
          <ac:spMkLst>
            <pc:docMk/>
            <pc:sldMk cId="1319450831" sldId="267"/>
            <ac:spMk id="6" creationId="{F0051686-5B66-93B5-D436-24B749B0F6A6}"/>
          </ac:spMkLst>
        </pc:spChg>
        <pc:spChg chg="del">
          <ac:chgData name="Rangga Pebrianto" userId="b815a90d05f5562b" providerId="LiveId" clId="{EF7BFAC8-D165-4C0A-83B3-E7C1A047B668}" dt="2026-06-17T15:56:50.337" v="356" actId="478"/>
          <ac:spMkLst>
            <pc:docMk/>
            <pc:sldMk cId="1319450831" sldId="267"/>
            <ac:spMk id="8" creationId="{37EB6964-DEDF-89E1-5174-43F8CD6DE95B}"/>
          </ac:spMkLst>
        </pc:spChg>
        <pc:graphicFrameChg chg="del">
          <ac:chgData name="Rangga Pebrianto" userId="b815a90d05f5562b" providerId="LiveId" clId="{EF7BFAC8-D165-4C0A-83B3-E7C1A047B668}" dt="2026-06-17T15:56:50.337" v="356" actId="478"/>
          <ac:graphicFrameMkLst>
            <pc:docMk/>
            <pc:sldMk cId="1319450831" sldId="267"/>
            <ac:graphicFrameMk id="4" creationId="{27E24D2D-F4B6-8A82-BD57-5FE39F12B67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19DD7-3D2E-481B-BB82-B1355936023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F3B1B-3568-41DB-8B6F-3AA845B4B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1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1E30-DF72-4CAF-59D3-8D68173C4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1D4DB-A87A-4897-4B02-EB38BC6AF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19C7E-6974-3613-260A-EB1388E2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EE8A-452E-4CE3-BE52-35B7E0AD6E6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1A37-DD0B-DFD2-8944-7121F5B0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4C223-A96B-1630-9946-342AB2C7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3ACC-D815-2B7E-D158-FCC62B8B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96CF-8989-1701-547E-6D8069FCF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182A3-BD84-CB44-3CFB-D507077B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6D76-73CD-4026-94B8-CAB39D45965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6C20-EC77-3722-FE20-7CF54C38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9D582-FE73-B54A-8659-747449E9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4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D6AC-5FED-73A5-ACCC-5036E44C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F7E35-1371-14B0-FEA1-0AB60F1B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48108-E83E-DB08-13A4-02DD082DE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058D-AF86-42A5-9288-895BCF7DD0C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FB78-24B6-8193-6927-BC029FCE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9402-5BAC-8413-B17D-518B4844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83C2-1009-BFBA-5FEB-019ED7236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97D3-B683-851C-6923-B48E6898F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6B73B-829E-FE4C-E419-DE5C5F919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C3D21-9023-13A4-0A30-253B4531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7FCE-7E45-46B8-BF90-090C0AF2BCF0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3D6EE-5CB1-7598-3DA8-D8FEBDBD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5E08E-660F-4C95-E4EC-EFEF2E6E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8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6F4B-56D3-0EC6-7D09-221BDFF4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C9753-8B3B-B73A-1AD2-51ED8B0BE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6B5C3-9169-39C7-28B1-D18C77DD9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1E2F8-877E-9B31-96BD-E906A4FE0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D83AA-EEB7-DBE2-3DAA-5CCE388DE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AA965-9C2B-2B97-FFCF-03541087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2D8D-439D-498D-AFED-8839C36A150F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6F4DD-AD1A-5481-66F5-3297DC2E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7AB38B-CDB1-6ABD-4BFD-B6A68C6F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AE09-E648-5A47-5AF6-1571F5C8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078CB-4D9B-2069-072B-2E6DCD4F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7D5AC-4A3D-4C62-9A54-E4CF880CEB4C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A17AC-CD62-3E18-9051-0AC8BF44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39B95-8AE8-E6B5-3203-5D053572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4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0319F-E961-97E2-5070-BBB240AA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FA5C-D26F-465C-95BF-D924C0BE2577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90F1B-6DDE-A5FE-302A-44DC6FE1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45B67-738B-EDE3-1A60-E729CA14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E964-0F46-7D26-5539-37C990BF9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1F1AB-D4FC-F3EE-C9CF-BEDBDF234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D664A-8A53-BBD1-D2E8-9BB14039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46908-3E2C-1B34-9761-E0A33C98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2B9E-9C5D-4636-89C8-E2604899BC1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49C8B-FEB1-D9B8-0E98-84BA51E5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00B78-BF06-3216-FA6B-247D09F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5F28-2E59-04D7-8259-EA747827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FB1E6-C6D8-AA16-948E-48DF80CCD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CB142-E392-D56A-630E-410926A93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7312B-06A2-B22C-7C52-2AF2B7A5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5EB3-F794-4EEB-BF66-E050DFC2B753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96EF-3435-E6DD-7C12-4A604D93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DFD78-F0FD-07F3-7E7E-AEF34C01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1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4C0-101C-5838-9601-2BD76A62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CED12-4BFF-EAB4-8847-9EB5F8EE2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356B5-3E8E-815A-4C01-A3946CD1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BBAD-10C2-4747-8350-6F470873BAE9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17983-C3F9-C520-3E0A-E51F6356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9F6F-BB8B-6774-D8B7-8861F186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C3A58-0FD3-80D8-48D1-8F599D4DE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FA3CE-0FB1-16A6-930D-08C5C52E0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17888-195E-6DD0-2CCA-E62F9663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19B2-596B-4648-B0F1-03E04D59D1B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1C1B-7A22-724B-1D3E-90FD7BC2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230A0-07E4-95B2-70C7-64EB1FC0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2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4E63C-2588-9CD9-D64B-A38801F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7EFDC-A2E6-D09F-C1AB-E52894588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8C2E3-6627-F596-64EB-57B9539FD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4E0AB-F233-4DD5-8CCD-D7D64E93193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A6AD0-4379-FC7B-F924-00A479415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350B4-CDA5-102C-DD61-9074B91ED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23EB4-0200-4BA9-8815-4350E268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2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74F474-4613-B7B1-238B-F42EBFCF6446}"/>
              </a:ext>
            </a:extLst>
          </p:cNvPr>
          <p:cNvSpPr txBox="1"/>
          <p:nvPr/>
        </p:nvSpPr>
        <p:spPr>
          <a:xfrm>
            <a:off x="1620774" y="4270909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Popins"/>
              </a:rPr>
              <a:t>Judul</a:t>
            </a:r>
            <a:r>
              <a:rPr lang="en-US" dirty="0">
                <a:latin typeface="Popins"/>
              </a:rPr>
              <a:t> program </a:t>
            </a:r>
            <a:r>
              <a:rPr lang="en-US" dirty="0" err="1">
                <a:latin typeface="Popins"/>
              </a:rPr>
              <a:t>kelompok</a:t>
            </a:r>
            <a:br>
              <a:rPr lang="en-US" dirty="0">
                <a:latin typeface="Popins"/>
              </a:rPr>
            </a:br>
            <a:r>
              <a:rPr lang="en-US" dirty="0" err="1">
                <a:latin typeface="Popins"/>
              </a:rPr>
              <a:t>Contoh</a:t>
            </a:r>
            <a:r>
              <a:rPr lang="en-US" dirty="0">
                <a:latin typeface="Popins"/>
              </a:rPr>
              <a:t>: </a:t>
            </a:r>
            <a:r>
              <a:rPr lang="en-US" i="1" dirty="0" err="1">
                <a:latin typeface="Popins"/>
              </a:rPr>
              <a:t>Sistem</a:t>
            </a:r>
            <a:r>
              <a:rPr lang="en-US" i="1" dirty="0">
                <a:latin typeface="Popins"/>
              </a:rPr>
              <a:t> </a:t>
            </a:r>
            <a:r>
              <a:rPr lang="en-US" i="1" dirty="0" err="1">
                <a:latin typeface="Popins"/>
              </a:rPr>
              <a:t>Manajemen</a:t>
            </a:r>
            <a:r>
              <a:rPr lang="en-US" i="1" dirty="0">
                <a:latin typeface="Popins"/>
              </a:rPr>
              <a:t> Event / Seminar</a:t>
            </a:r>
            <a:r>
              <a:rPr lang="en-US" dirty="0">
                <a:latin typeface="Popi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opins"/>
              </a:rPr>
              <a:t>Nama </a:t>
            </a:r>
            <a:r>
              <a:rPr lang="en-US" dirty="0" err="1">
                <a:latin typeface="Popins"/>
              </a:rPr>
              <a:t>kelompok</a:t>
            </a:r>
            <a:r>
              <a:rPr lang="en-US" dirty="0">
                <a:latin typeface="Popi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opins"/>
              </a:rPr>
              <a:t>Nama </a:t>
            </a:r>
            <a:r>
              <a:rPr lang="en-US" dirty="0" err="1">
                <a:latin typeface="Popins"/>
              </a:rPr>
              <a:t>anggota</a:t>
            </a:r>
            <a:r>
              <a:rPr lang="en-US" dirty="0">
                <a:latin typeface="Popi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Popins"/>
              </a:rPr>
              <a:t>Kelas</a:t>
            </a:r>
            <a:r>
              <a:rPr lang="en-US" dirty="0">
                <a:latin typeface="Popin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FFB993-1613-D36B-F0C8-5604BDC88251}"/>
              </a:ext>
            </a:extLst>
          </p:cNvPr>
          <p:cNvSpPr txBox="1"/>
          <p:nvPr/>
        </p:nvSpPr>
        <p:spPr>
          <a:xfrm>
            <a:off x="1200150" y="2228671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Judul</a:t>
            </a:r>
            <a:r>
              <a:rPr lang="en-US" dirty="0"/>
              <a:t> Slide   : Poppins Bold, 40 pt, Navy</a:t>
            </a:r>
          </a:p>
          <a:p>
            <a:r>
              <a:rPr lang="en-US" dirty="0" err="1"/>
              <a:t>Subjudul</a:t>
            </a:r>
            <a:r>
              <a:rPr lang="en-US" dirty="0"/>
              <a:t>      : Poppins </a:t>
            </a:r>
            <a:r>
              <a:rPr lang="en-US" dirty="0" err="1"/>
              <a:t>SemiBold</a:t>
            </a:r>
            <a:r>
              <a:rPr lang="en-US" dirty="0"/>
              <a:t>, 26 pt, Gold/Navy</a:t>
            </a:r>
          </a:p>
          <a:p>
            <a:r>
              <a:rPr lang="en-US" dirty="0"/>
              <a:t>Isi </a:t>
            </a:r>
            <a:r>
              <a:rPr lang="en-US" dirty="0" err="1"/>
              <a:t>Konten</a:t>
            </a:r>
            <a:r>
              <a:rPr lang="en-US" dirty="0"/>
              <a:t>    : Poppins Regular, 22 pt, Dark Gray</a:t>
            </a:r>
          </a:p>
          <a:p>
            <a:r>
              <a:rPr lang="en-US" dirty="0"/>
              <a:t>Caption       : Poppins Regular, 14 pt, Gray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9744D9-A846-BC2B-41E1-EBA2D9F1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824" y="6383782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F51B7A-BF75-ED92-4F4C-C872ADDD7EDB}"/>
              </a:ext>
            </a:extLst>
          </p:cNvPr>
          <p:cNvSpPr txBox="1"/>
          <p:nvPr/>
        </p:nvSpPr>
        <p:spPr>
          <a:xfrm>
            <a:off x="386334" y="29082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opins"/>
              </a:rPr>
              <a:t>Latar </a:t>
            </a:r>
            <a:r>
              <a:rPr lang="en-US" sz="2400" dirty="0" err="1">
                <a:latin typeface="Popins"/>
              </a:rPr>
              <a:t>Belakang</a:t>
            </a:r>
            <a:r>
              <a:rPr lang="en-US" sz="2400" dirty="0">
                <a:latin typeface="Popins"/>
              </a:rPr>
              <a:t> &amp; Tujuan </a:t>
            </a:r>
            <a:r>
              <a:rPr lang="en-US" sz="2400" dirty="0" err="1">
                <a:latin typeface="Popins"/>
              </a:rPr>
              <a:t>Sistem</a:t>
            </a:r>
            <a:endParaRPr lang="en-US" sz="2400" dirty="0">
              <a:latin typeface="Po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49A2A-01AF-1BBF-C655-D75D329DA0E1}"/>
              </a:ext>
            </a:extLst>
          </p:cNvPr>
          <p:cNvSpPr txBox="1"/>
          <p:nvPr/>
        </p:nvSpPr>
        <p:spPr>
          <a:xfrm>
            <a:off x="6183630" y="290822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opins"/>
              </a:rPr>
              <a:t>Sub </a:t>
            </a:r>
            <a:r>
              <a:rPr lang="en-US" sz="2400" dirty="0" err="1">
                <a:latin typeface="Popins"/>
              </a:rPr>
              <a:t>Judul</a:t>
            </a:r>
            <a:r>
              <a:rPr lang="en-US" sz="2400" dirty="0">
                <a:latin typeface="Popins"/>
              </a:rPr>
              <a:t> </a:t>
            </a:r>
            <a:r>
              <a:rPr lang="en-US" sz="2400" dirty="0" err="1">
                <a:latin typeface="Popins"/>
              </a:rPr>
              <a:t>Ukuran</a:t>
            </a:r>
            <a:r>
              <a:rPr lang="en-US" sz="2400" dirty="0">
                <a:latin typeface="Popins"/>
              </a:rPr>
              <a:t> Font 24-28 </a:t>
            </a:r>
            <a:r>
              <a:rPr lang="en-US" sz="2400" dirty="0" err="1">
                <a:latin typeface="Popins"/>
              </a:rPr>
              <a:t>berlaku</a:t>
            </a:r>
            <a:r>
              <a:rPr lang="en-US" sz="2400" dirty="0">
                <a:latin typeface="Popins"/>
              </a:rPr>
              <a:t> </a:t>
            </a:r>
            <a:r>
              <a:rPr lang="en-US" sz="2400" dirty="0" err="1">
                <a:latin typeface="Popins"/>
              </a:rPr>
              <a:t>untuk</a:t>
            </a:r>
            <a:r>
              <a:rPr lang="en-US" sz="2400" dirty="0">
                <a:latin typeface="Popins"/>
              </a:rPr>
              <a:t> </a:t>
            </a:r>
            <a:r>
              <a:rPr lang="en-US" sz="2400" dirty="0" err="1">
                <a:latin typeface="Popins"/>
              </a:rPr>
              <a:t>semua</a:t>
            </a:r>
            <a:r>
              <a:rPr lang="en-US" sz="2400" dirty="0">
                <a:latin typeface="Popins"/>
              </a:rPr>
              <a:t> sub </a:t>
            </a:r>
            <a:r>
              <a:rPr lang="en-US" sz="2400" dirty="0" err="1">
                <a:latin typeface="Popins"/>
              </a:rPr>
              <a:t>judul</a:t>
            </a:r>
            <a:endParaRPr lang="en-US" sz="2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E771C8-0C1B-E438-5A5C-C2E8CC62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832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91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00CA0-CE26-4D61-88C9-2034385D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AC3218-C99C-C12F-B668-D1A213759447}"/>
              </a:ext>
            </a:extLst>
          </p:cNvPr>
          <p:cNvSpPr txBox="1"/>
          <p:nvPr/>
        </p:nvSpPr>
        <p:spPr>
          <a:xfrm>
            <a:off x="331470" y="43712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opins"/>
              </a:rPr>
              <a:t>Fitur Utama </a:t>
            </a:r>
            <a:r>
              <a:rPr lang="en-US" sz="2400" dirty="0" err="1">
                <a:latin typeface="Popins"/>
              </a:rPr>
              <a:t>Sistem</a:t>
            </a:r>
            <a:endParaRPr lang="en-US" sz="2400" dirty="0">
              <a:latin typeface="Popin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9CAC7E-23F8-63F4-5641-9B1D2EA76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44171"/>
              </p:ext>
            </p:extLst>
          </p:nvPr>
        </p:nvGraphicFramePr>
        <p:xfrm>
          <a:off x="838200" y="2245646"/>
          <a:ext cx="10515600" cy="2956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119698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9284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Fitur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 err="1"/>
                        <a:t>Keterangan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9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Login &amp;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Autentikasi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ringkasan</a:t>
                      </a:r>
                      <a:r>
                        <a:rPr lang="en-US" dirty="0"/>
                        <a:t> data………….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79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16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8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18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12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6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8883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F21DE4-D15C-3A56-2183-BE31D2B3392B}"/>
              </a:ext>
            </a:extLst>
          </p:cNvPr>
          <p:cNvSpPr txBox="1"/>
          <p:nvPr/>
        </p:nvSpPr>
        <p:spPr>
          <a:xfrm>
            <a:off x="758190" y="929792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Popins"/>
              </a:rPr>
              <a:t>Ukuran</a:t>
            </a:r>
            <a:r>
              <a:rPr lang="en-US" sz="2000" dirty="0">
                <a:latin typeface="Popins"/>
              </a:rPr>
              <a:t> Ideal Font </a:t>
            </a:r>
            <a:r>
              <a:rPr lang="en-US" sz="2000" dirty="0" err="1">
                <a:latin typeface="Popins"/>
              </a:rPr>
              <a:t>isi</a:t>
            </a:r>
            <a:r>
              <a:rPr lang="en-US" sz="2000" dirty="0">
                <a:latin typeface="Popins"/>
              </a:rPr>
              <a:t> </a:t>
            </a:r>
            <a:r>
              <a:rPr lang="en-US" sz="2000" dirty="0" err="1">
                <a:latin typeface="Popins"/>
              </a:rPr>
              <a:t>konten</a:t>
            </a:r>
            <a:r>
              <a:rPr lang="en-US" sz="2000" dirty="0">
                <a:latin typeface="Popins"/>
              </a:rPr>
              <a:t> 20-24 pt</a:t>
            </a:r>
          </a:p>
          <a:p>
            <a:r>
              <a:rPr lang="en-US" sz="2000" dirty="0">
                <a:latin typeface="Popins"/>
              </a:rPr>
              <a:t>Header Tabel 20–22 pt</a:t>
            </a:r>
          </a:p>
          <a:p>
            <a:r>
              <a:rPr lang="en-US" sz="2000" dirty="0">
                <a:latin typeface="Popins"/>
              </a:rPr>
              <a:t>Isi Tabel 18–20 pt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CAB91-2616-3883-2700-6D25FE9D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688" y="6447790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8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41AF6-C5DB-8AAF-0E24-F9E7ABE8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2E86BB-1886-92CF-C545-26CD8EA9ACD4}"/>
              </a:ext>
            </a:extLst>
          </p:cNvPr>
          <p:cNvSpPr txBox="1"/>
          <p:nvPr/>
        </p:nvSpPr>
        <p:spPr>
          <a:xfrm>
            <a:off x="395478" y="32204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>
                <a:latin typeface="Popins"/>
              </a:rPr>
              <a:t>Rancangan</a:t>
            </a:r>
            <a:r>
              <a:rPr lang="en-US" sz="2400" dirty="0">
                <a:latin typeface="Popins"/>
              </a:rPr>
              <a:t> Database / ERD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45F60-F961-E614-1652-C5189DED2628}"/>
              </a:ext>
            </a:extLst>
          </p:cNvPr>
          <p:cNvSpPr txBox="1"/>
          <p:nvPr/>
        </p:nvSpPr>
        <p:spPr>
          <a:xfrm>
            <a:off x="614934" y="1000036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Popins"/>
              </a:rPr>
              <a:t>Isi: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Popins"/>
              </a:rPr>
              <a:t>Gambar ERD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Popins"/>
              </a:rPr>
              <a:t>Tabel </a:t>
            </a:r>
            <a:r>
              <a:rPr lang="en-US" sz="2000" dirty="0" err="1">
                <a:latin typeface="Popins"/>
              </a:rPr>
              <a:t>utama</a:t>
            </a:r>
            <a:r>
              <a:rPr lang="en-US" sz="2000" dirty="0">
                <a:latin typeface="Popi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Popins"/>
              </a:rPr>
              <a:t>Relasi</a:t>
            </a:r>
            <a:r>
              <a:rPr lang="en-US" sz="2000" dirty="0">
                <a:latin typeface="Popins"/>
              </a:rPr>
              <a:t> </a:t>
            </a:r>
            <a:r>
              <a:rPr lang="en-US" sz="2000" dirty="0" err="1">
                <a:latin typeface="Popins"/>
              </a:rPr>
              <a:t>antar</a:t>
            </a:r>
            <a:r>
              <a:rPr lang="en-US" sz="2000" dirty="0">
                <a:latin typeface="Popins"/>
              </a:rPr>
              <a:t> </a:t>
            </a:r>
            <a:r>
              <a:rPr lang="en-US" sz="2000" dirty="0" err="1">
                <a:latin typeface="Popins"/>
              </a:rPr>
              <a:t>tabel</a:t>
            </a:r>
            <a:endParaRPr lang="en-US" sz="2000" dirty="0">
              <a:latin typeface="Po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C2F72-0EC0-2EB8-099E-D2C425C3977F}"/>
              </a:ext>
            </a:extLst>
          </p:cNvPr>
          <p:cNvSpPr txBox="1"/>
          <p:nvPr/>
        </p:nvSpPr>
        <p:spPr>
          <a:xfrm>
            <a:off x="3662172" y="4534526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Gambar 1.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Tampilan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Dashboard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Sistem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562E20-7069-AF82-F191-B8652DD2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832" y="6447790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34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5A110-FC6C-9C44-1362-8D2ED2B9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295C27-FFE3-782F-BF79-A12FDA4E02B2}"/>
              </a:ext>
            </a:extLst>
          </p:cNvPr>
          <p:cNvSpPr txBox="1"/>
          <p:nvPr/>
        </p:nvSpPr>
        <p:spPr>
          <a:xfrm>
            <a:off x="313182" y="35483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Use Case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6BD68-B488-F300-4055-F93D69D1F6F4}"/>
              </a:ext>
            </a:extLst>
          </p:cNvPr>
          <p:cNvSpPr txBox="1"/>
          <p:nvPr/>
        </p:nvSpPr>
        <p:spPr>
          <a:xfrm>
            <a:off x="989838" y="1457004"/>
            <a:ext cx="6094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err="1"/>
              <a:t>Pilih</a:t>
            </a:r>
            <a:r>
              <a:rPr lang="en-US" sz="2000" dirty="0"/>
              <a:t> salah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saja</a:t>
            </a:r>
            <a:r>
              <a:rPr lang="en-US" sz="2000" dirty="0"/>
              <a:t>. Karena </a:t>
            </a:r>
            <a:r>
              <a:rPr lang="en-US" sz="2000" dirty="0" err="1"/>
              <a:t>waktunya</a:t>
            </a:r>
            <a:r>
              <a:rPr lang="en-US" sz="2000" dirty="0"/>
              <a:t> </a:t>
            </a:r>
            <a:r>
              <a:rPr lang="en-US" sz="2000" dirty="0" err="1"/>
              <a:t>pendek</a:t>
            </a:r>
            <a:r>
              <a:rPr lang="en-US" sz="2000" dirty="0"/>
              <a:t>,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</a:t>
            </a:r>
            <a:r>
              <a:rPr lang="en-US" sz="2000" dirty="0" err="1"/>
              <a:t>pakai</a:t>
            </a:r>
            <a:r>
              <a:rPr lang="en-US" sz="2000" dirty="0"/>
              <a:t> </a:t>
            </a:r>
            <a:r>
              <a:rPr lang="en-US" sz="2000" b="1" dirty="0"/>
              <a:t>Use Case Diagram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Isi: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Aktor: Admin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case: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Login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Mengelola</a:t>
            </a:r>
            <a:r>
              <a:rPr lang="en-US" sz="2000" dirty="0"/>
              <a:t>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Upload file/</a:t>
            </a:r>
            <a:r>
              <a:rPr lang="en-US" sz="2000" dirty="0" err="1"/>
              <a:t>gambar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Melihat</a:t>
            </a:r>
            <a:r>
              <a:rPr lang="en-US" sz="2000" dirty="0"/>
              <a:t> </a:t>
            </a:r>
            <a:r>
              <a:rPr lang="en-US" sz="2000" dirty="0" err="1"/>
              <a:t>riwayat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Logout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EBAF-97E8-8B0E-8AB8-A254F4D1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832" y="6474587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4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34112-0A0B-B9D1-3733-8BD9B989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FA7BE3-0174-2162-C7BD-A27FAFF4B471}"/>
              </a:ext>
            </a:extLst>
          </p:cNvPr>
          <p:cNvSpPr txBox="1"/>
          <p:nvPr/>
        </p:nvSpPr>
        <p:spPr>
          <a:xfrm>
            <a:off x="413766" y="354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Login &amp;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045C-032E-D9BC-43D3-A07C536C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832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1AF2C-BB8B-5BDB-03D0-A848CC96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823A9-6CDE-EA19-7A57-53B3D305F645}"/>
              </a:ext>
            </a:extLst>
          </p:cNvPr>
          <p:cNvSpPr txBox="1"/>
          <p:nvPr/>
        </p:nvSpPr>
        <p:spPr>
          <a:xfrm>
            <a:off x="422910" y="47725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/>
              <a:t>Tampilan</a:t>
            </a:r>
            <a:r>
              <a:rPr lang="en-US" sz="2400" dirty="0"/>
              <a:t> CRUD Data Master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FDB1D-E8AC-FA5B-4D20-82F07875939D}"/>
              </a:ext>
            </a:extLst>
          </p:cNvPr>
          <p:cNvSpPr txBox="1"/>
          <p:nvPr/>
        </p:nvSpPr>
        <p:spPr>
          <a:xfrm>
            <a:off x="3047238" y="18593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/>
              <a:t>Isi screenshot: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Tabel data </a:t>
            </a:r>
            <a:r>
              <a:rPr lang="en-US" sz="1800" dirty="0" err="1"/>
              <a:t>utama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Form </a:t>
            </a:r>
            <a:r>
              <a:rPr lang="en-US" sz="1800" dirty="0" err="1"/>
              <a:t>tambah</a:t>
            </a:r>
            <a:r>
              <a:rPr lang="en-US" sz="1800" dirty="0"/>
              <a:t>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Form edit data, </a:t>
            </a:r>
            <a:r>
              <a:rPr lang="en-US" sz="1800" dirty="0" err="1"/>
              <a:t>kalau</a:t>
            </a:r>
            <a:r>
              <a:rPr lang="en-US" sz="1800" dirty="0"/>
              <a:t> </a:t>
            </a:r>
            <a:r>
              <a:rPr lang="en-US" sz="1800" dirty="0" err="1"/>
              <a:t>muat</a:t>
            </a:r>
            <a:r>
              <a:rPr lang="en-US" sz="1800" dirty="0"/>
              <a:t> </a:t>
            </a:r>
          </a:p>
          <a:p>
            <a:pPr>
              <a:buNone/>
            </a:pPr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tema</a:t>
            </a:r>
            <a:r>
              <a:rPr lang="en-US" sz="1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Event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Barang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</a:t>
            </a:r>
            <a:r>
              <a:rPr lang="en-US" sz="1800" dirty="0" err="1"/>
              <a:t>Produk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</a:t>
            </a:r>
            <a:r>
              <a:rPr lang="en-US" sz="1800" dirty="0" err="1"/>
              <a:t>Pasien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</a:t>
            </a:r>
            <a:r>
              <a:rPr lang="en-US" sz="1800" dirty="0" err="1"/>
              <a:t>Ruangan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</a:t>
            </a:r>
            <a:r>
              <a:rPr lang="en-US" sz="1800" dirty="0" err="1"/>
              <a:t>Dokumen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5D6F3-20C8-5BE5-5145-0D7134ED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688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3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24071-2BF3-AADA-C87F-21745605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06E78-2C27-57E7-DCD1-228DE9FF68E1}"/>
              </a:ext>
            </a:extLst>
          </p:cNvPr>
          <p:cNvSpPr txBox="1"/>
          <p:nvPr/>
        </p:nvSpPr>
        <p:spPr>
          <a:xfrm>
            <a:off x="523494" y="69939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/>
              <a:t>Tampilan</a:t>
            </a:r>
            <a:r>
              <a:rPr lang="en-US" sz="2400" dirty="0"/>
              <a:t> Upload File/Gambar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16D17-FDC1-3860-1196-D5B115C348D5}"/>
              </a:ext>
            </a:extLst>
          </p:cNvPr>
          <p:cNvSpPr txBox="1"/>
          <p:nvPr/>
        </p:nvSpPr>
        <p:spPr>
          <a:xfrm>
            <a:off x="3047238" y="2136339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Isi screenshot: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upload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Hasil file/</a:t>
            </a:r>
            <a:r>
              <a:rPr lang="en-US" dirty="0" err="1"/>
              <a:t>gambar</a:t>
            </a:r>
            <a:r>
              <a:rPr lang="en-US" dirty="0"/>
              <a:t> yang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tampil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poster event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kendaraan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file </a:t>
            </a:r>
            <a:r>
              <a:rPr lang="en-US" dirty="0" err="1"/>
              <a:t>dokumen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ruangan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F564-EF42-5E17-7D81-838CA643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832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0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81E1E-04D3-3688-F298-87CC5544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F894E8-6FA9-80D1-7730-8F5BC066EF1F}"/>
              </a:ext>
            </a:extLst>
          </p:cNvPr>
          <p:cNvSpPr txBox="1"/>
          <p:nvPr/>
        </p:nvSpPr>
        <p:spPr>
          <a:xfrm>
            <a:off x="496062" y="475917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/>
              <a:t>Tampilan</a:t>
            </a:r>
            <a:r>
              <a:rPr lang="en-US" sz="2400" dirty="0"/>
              <a:t> </a:t>
            </a:r>
            <a:r>
              <a:rPr lang="en-US" sz="2400" dirty="0" err="1"/>
              <a:t>Transaksi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C290D-CA35-050A-2763-95876FB54FFB}"/>
              </a:ext>
            </a:extLst>
          </p:cNvPr>
          <p:cNvSpPr txBox="1"/>
          <p:nvPr/>
        </p:nvSpPr>
        <p:spPr>
          <a:xfrm>
            <a:off x="3047238" y="17208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Isi screenshot: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</a:t>
            </a:r>
            <a:r>
              <a:rPr lang="en-US" dirty="0" err="1"/>
              <a:t>transaksi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tersimpan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Pendaftaran</a:t>
            </a:r>
            <a:r>
              <a:rPr lang="en-US" dirty="0"/>
              <a:t> Event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Peminjaman</a:t>
            </a:r>
            <a:r>
              <a:rPr lang="en-US" dirty="0"/>
              <a:t> Barang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Booking Servis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Penyewaan</a:t>
            </a:r>
            <a:r>
              <a:rPr lang="en-US" dirty="0"/>
              <a:t> Alat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Peminjaman</a:t>
            </a:r>
            <a:r>
              <a:rPr lang="en-US" dirty="0"/>
              <a:t> </a:t>
            </a:r>
            <a:r>
              <a:rPr lang="en-US" dirty="0" err="1"/>
              <a:t>Ruangan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Dokumen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B3A6E-3A29-8457-DC06-670E689D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688" y="6456299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1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60C4A-8C56-B158-C2B9-B8409B2A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DCA05-EA31-C126-6285-587569D9AAAE}"/>
              </a:ext>
            </a:extLst>
          </p:cNvPr>
          <p:cNvSpPr txBox="1"/>
          <p:nvPr/>
        </p:nvSpPr>
        <p:spPr>
          <a:xfrm>
            <a:off x="578358" y="31825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Riwayat, </a:t>
            </a:r>
            <a:r>
              <a:rPr lang="en-US" sz="2400" dirty="0" err="1"/>
              <a:t>Pembagian</a:t>
            </a:r>
            <a:r>
              <a:rPr lang="en-US" sz="2400" dirty="0"/>
              <a:t> </a:t>
            </a:r>
            <a:r>
              <a:rPr lang="en-US" sz="2400" dirty="0" err="1"/>
              <a:t>Tugas</a:t>
            </a:r>
            <a:r>
              <a:rPr lang="en-US" sz="2400" dirty="0"/>
              <a:t> &amp; Kesimpulan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E0EDFB-5FF5-1BD7-40B0-FC87E1C8D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002617"/>
              </p:ext>
            </p:extLst>
          </p:nvPr>
        </p:nvGraphicFramePr>
        <p:xfrm>
          <a:off x="783336" y="2331720"/>
          <a:ext cx="6723888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61944">
                  <a:extLst>
                    <a:ext uri="{9D8B030D-6E8A-4147-A177-3AD203B41FA5}">
                      <a16:colId xmlns:a16="http://schemas.microsoft.com/office/drawing/2014/main" val="3128689686"/>
                    </a:ext>
                  </a:extLst>
                </a:gridCol>
                <a:gridCol w="3361944">
                  <a:extLst>
                    <a:ext uri="{9D8B030D-6E8A-4147-A177-3AD203B41FA5}">
                      <a16:colId xmlns:a16="http://schemas.microsoft.com/office/drawing/2014/main" val="195402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Anggota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Tugas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46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Anggota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93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Anggota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92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19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665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5657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7DC14A-D059-8ACE-34D8-60B55AA76694}"/>
              </a:ext>
            </a:extLst>
          </p:cNvPr>
          <p:cNvSpPr txBox="1"/>
          <p:nvPr/>
        </p:nvSpPr>
        <p:spPr>
          <a:xfrm>
            <a:off x="861822" y="918633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Gabungkan</a:t>
            </a:r>
            <a:r>
              <a:rPr lang="en-US" dirty="0"/>
              <a:t> 3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slide.</a:t>
            </a:r>
          </a:p>
          <a:p>
            <a:pPr>
              <a:buNone/>
            </a:pPr>
            <a:r>
              <a:rPr lang="en-US" b="1" dirty="0"/>
              <a:t>Riwayat</a:t>
            </a:r>
          </a:p>
          <a:p>
            <a:pPr>
              <a:buNone/>
            </a:pPr>
            <a:r>
              <a:rPr lang="en-US" dirty="0"/>
              <a:t>Masukkan screenshot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riwayat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Pembagian</a:t>
            </a:r>
            <a:r>
              <a:rPr lang="en-US" b="1" dirty="0"/>
              <a:t> </a:t>
            </a:r>
            <a:r>
              <a:rPr lang="en-US" b="1" dirty="0" err="1"/>
              <a:t>Tugas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D0F6C-1796-F591-CBD1-AD01E76B3DC2}"/>
              </a:ext>
            </a:extLst>
          </p:cNvPr>
          <p:cNvSpPr txBox="1"/>
          <p:nvPr/>
        </p:nvSpPr>
        <p:spPr>
          <a:xfrm>
            <a:off x="861822" y="47390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Kesimpulan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9C313-CC32-F4FB-154D-7C266519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264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8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A69C3-E20E-5F26-2023-5381E5EB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54A7D2-7B62-6D1E-87F1-93991A9EF8F9}"/>
              </a:ext>
            </a:extLst>
          </p:cNvPr>
          <p:cNvSpPr txBox="1"/>
          <p:nvPr/>
        </p:nvSpPr>
        <p:spPr>
          <a:xfrm>
            <a:off x="4812030" y="2531102"/>
            <a:ext cx="2430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Demo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A31EA-443F-AE8A-154F-81DE1BD3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0408" y="6465443"/>
            <a:ext cx="2743200" cy="365125"/>
          </a:xfrm>
        </p:spPr>
        <p:txBody>
          <a:bodyPr/>
          <a:lstStyle/>
          <a:p>
            <a:fld id="{E6023EB4-0200-4BA9-8815-4350E26857F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45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315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Popins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Rangga Pebrianto</dc:creator>
  <cp:lastModifiedBy>Rangga Pebrianto</cp:lastModifiedBy>
  <cp:revision>1</cp:revision>
  <dcterms:created xsi:type="dcterms:W3CDTF">2026-06-17T15:32:36Z</dcterms:created>
  <dcterms:modified xsi:type="dcterms:W3CDTF">2026-06-17T16:03:01Z</dcterms:modified>
</cp:coreProperties>
</file>